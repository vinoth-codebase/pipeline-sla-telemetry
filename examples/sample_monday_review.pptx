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Monday Morning Operations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D7EE"/>
                </a:solidFill>
              </a:defRPr>
            </a:pPr>
            <a:r>
              <a:t>Upstream pipeline health &amp; downstream business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743200" cy="1143000"/>
          </a:xfrm>
          <a:prstGeom prst="rect">
            <a:avLst/>
          </a:prstGeom>
          <a:solidFill>
            <a:srgbClr val="F2F2F2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defRPr sz="3000" b="1">
                <a:solidFill>
                  <a:srgbClr val="C0392B"/>
                </a:solidFill>
              </a:defRPr>
            </a:pPr>
            <a:r>
              <a:t>93.7%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Estate SLA Attainment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371600"/>
            <a:ext cx="2743200" cy="1143000"/>
          </a:xfrm>
          <a:prstGeom prst="rect">
            <a:avLst/>
          </a:prstGeom>
          <a:solidFill>
            <a:srgbClr val="F2F2F2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defRPr sz="3000" b="1">
                <a:solidFill>
                  <a:srgbClr val="2E75B6"/>
                </a:solidFill>
              </a:defRPr>
            </a:pPr>
            <a:r>
              <a:t>1,080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Total Runs (window)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2743200" cy="1143000"/>
          </a:xfrm>
          <a:prstGeom prst="rect">
            <a:avLst/>
          </a:prstGeom>
          <a:solidFill>
            <a:srgbClr val="F2F2F2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defRPr sz="3000" b="1">
                <a:solidFill>
                  <a:srgbClr val="C0392B"/>
                </a:solidFill>
              </a:defRPr>
            </a:pPr>
            <a:r>
              <a:t>21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Failed Runs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5440" y="1371600"/>
            <a:ext cx="2743200" cy="1143000"/>
          </a:xfrm>
          <a:prstGeom prst="rect">
            <a:avLst/>
          </a:prstGeom>
          <a:solidFill>
            <a:srgbClr val="F2F2F2"/>
          </a:solidFill>
          <a:ln w="25400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defRPr sz="3000" b="1">
                <a:solidFill>
                  <a:srgbClr val="BF8F00"/>
                </a:solidFill>
              </a:defRPr>
            </a:pPr>
            <a:r>
              <a:t>98.5%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First-Run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62626"/>
                </a:solidFill>
              </a:defRPr>
            </a:pPr>
            <a:r>
              <a:t>Per-Pipeline Reliability Scorecard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9184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Runs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Failed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MTTR (s)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First-Run %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SLA %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crm_customer_360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2,081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98.8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F8F00"/>
                          </a:solidFill>
                        </a:defRPr>
                      </a:pPr>
                      <a:r>
                        <a:t>95.6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gl_financial_reconciliation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2,220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98.7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F8F00"/>
                          </a:solidFill>
                        </a:defRPr>
                      </a:pPr>
                      <a:r>
                        <a:t>98.3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inventory_sync_dag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1,235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97.8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87.2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marketing_attribution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1,018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98.7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78D3E"/>
                          </a:solidFill>
                        </a:defRPr>
                      </a:pPr>
                      <a:r>
                        <a:t>99.4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risk_credit_scoring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1,633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98.2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90.0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sales_ingestion_etl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1,409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98.9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91.7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PipelineSLA-Telemetry  |  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Top 5 Bottleneck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D7EE"/>
                </a:solidFill>
              </a:defRPr>
            </a:pPr>
            <a:r>
              <a:t>Upstream tasks whose P95 runtime is delaying downstream analytics refreshes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P50 (s)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P95 (s)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Max (s)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Runs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gl_financial_reconciliation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reconcile_subledgers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680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62626"/>
                          </a:solidFill>
                        </a:defRPr>
                      </a:pPr>
                      <a:r>
                        <a:t>1,250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5,264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risk_credit_scoring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compute_risk_features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494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62626"/>
                          </a:solidFill>
                        </a:defRPr>
                      </a:pPr>
                      <a:r>
                        <a:t>1,003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1,989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crm_customer_360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extract_crm_delta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504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78D3E"/>
                          </a:solidFill>
                        </a:defRPr>
                      </a:pPr>
                      <a:r>
                        <a:t>966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1,110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crm_customer_360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dedupe_customer_keys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506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78D3E"/>
                          </a:solidFill>
                        </a:defRPr>
                      </a:pPr>
                      <a:r>
                        <a:t>943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3,071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gl_financial_reconciliation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compute_fx_revaluation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486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78D3E"/>
                          </a:solidFill>
                        </a:defRPr>
                      </a:pPr>
                      <a:r>
                        <a:t>902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1,162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DF2E3"/>
          </a:solidFill>
          <a:ln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>
                <a:solidFill>
                  <a:srgbClr val="262626"/>
                </a:solidFill>
              </a:defRPr>
            </a:pPr>
            <a:r>
              <a:t>Highest-impact bottleneck: reconcile_subledgers in gl_financial_reconciliation (P95 1,250s, max 5,264s). Recommend DB lock contention review and parallelisation of the transform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PipelineSLA-Telemetry  |  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Ingestion Volume 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D7EE"/>
                </a:solidFill>
              </a:defRPr>
            </a:pPr>
            <a:r>
              <a:t>Silent zero-row runs and CUSUM drift alarms flagged for Data Engineering triage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Expected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Z-Score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Diagnosis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crm_customer_360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dedupe_customer_keys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2026-04-22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90,114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-2.36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silent_empty_run: task succeeded with ~0 rows loaded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crm_customer_360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dedupe_customer_keys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2026-06-18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88,850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-2.37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silent_empty_run: task succeeded with ~0 rows loaded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crm_customer_360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enrich_demographics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2026-04-22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90,993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-2.37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silent_empty_run: task succeeded with ~0 rows loaded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crm_customer_360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enrich_demographics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2026-06-18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88,708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-2.34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silent_empty_run: task succeeded with ~0 rows loaded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crm_customer_360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extract_crm_delta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2026-04-22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90,337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-2.38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silent_empty_run: task succeeded with ~0 rows loaded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crm_customer_360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extract_crm_delta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2026-06-18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90,327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-2.34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silent_empty_run: task succeeded with ~0 rows loaded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DF2E3"/>
          </a:solidFill>
          <a:ln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>
                <a:solidFill>
                  <a:srgbClr val="262626"/>
                </a:solidFill>
              </a:defRPr>
            </a:pPr>
            <a:r>
              <a:t>6 silent empty run(s) require immediate triage: the task reported SUCCESS while loading ~0 rows, so the dashboard refreshed with stale or empty data. Action: validate upstream extract filters and re-run the affected partitions.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5959"/>
                </a:solidFill>
              </a:defRPr>
            </a:pPr>
            <a:r>
              <a:t>PipelineSLA-Telemetry  |  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